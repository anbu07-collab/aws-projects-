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97347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06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45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44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39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3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88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007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65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56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95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05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87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84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72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73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5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83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End-to-End CI/CD Pipeline Using Jenkins, Docker, and AWS EKS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dirty="0">
                <a:solidFill>
                  <a:schemeClr val="accent1">
                    <a:lumMod val="75000"/>
                  </a:schemeClr>
                </a:solidFill>
              </a:rPr>
              <a:t>Automated Build, Test, Containerization &amp; Kubernetes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62592"/>
            <a:ext cx="7704667" cy="3332816"/>
          </a:xfrm>
        </p:spPr>
        <p:txBody>
          <a:bodyPr>
            <a:normAutofit/>
          </a:bodyPr>
          <a:lstStyle/>
          <a:p>
            <a:r>
              <a:rPr sz="2800" dirty="0"/>
              <a:t>Create a production-style automated pipeline to reduce manual work, speed up deployments, and ensure reliable, scalable delivery of applications using Jenkins, Docker, and AWS EKS.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523612"/>
            <a:ext cx="5937755" cy="1188720"/>
          </a:xfrm>
        </p:spPr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025445"/>
            <a:ext cx="5937755" cy="3714583"/>
          </a:xfrm>
        </p:spPr>
        <p:txBody>
          <a:bodyPr>
            <a:normAutofit fontScale="92500" lnSpcReduction="10000"/>
          </a:bodyPr>
          <a:lstStyle/>
          <a:p>
            <a:r>
              <a:rPr sz="2400" dirty="0">
                <a:solidFill>
                  <a:schemeClr val="accent2"/>
                </a:solidFill>
              </a:rPr>
              <a:t>Git</a:t>
            </a:r>
            <a:r>
              <a:rPr sz="2400" dirty="0"/>
              <a:t>: Version control for source code and collaboration.</a:t>
            </a:r>
          </a:p>
          <a:p>
            <a:r>
              <a:rPr sz="2400" dirty="0">
                <a:solidFill>
                  <a:schemeClr val="accent2"/>
                </a:solidFill>
              </a:rPr>
              <a:t>Maven</a:t>
            </a:r>
            <a:r>
              <a:rPr sz="2400" dirty="0"/>
              <a:t>: Build and package the Java application automatically.</a:t>
            </a:r>
          </a:p>
          <a:p>
            <a:r>
              <a:rPr sz="2400" dirty="0">
                <a:solidFill>
                  <a:schemeClr val="accent2"/>
                </a:solidFill>
              </a:rPr>
              <a:t>Jenkins</a:t>
            </a:r>
            <a:r>
              <a:rPr sz="2400" dirty="0"/>
              <a:t>: Automates CI/CD pipeline and triggers builds on code changes.</a:t>
            </a:r>
          </a:p>
          <a:p>
            <a:r>
              <a:rPr sz="2400" dirty="0">
                <a:solidFill>
                  <a:schemeClr val="accent2"/>
                </a:solidFill>
              </a:rPr>
              <a:t>Docker</a:t>
            </a:r>
            <a:r>
              <a:rPr sz="2400" dirty="0"/>
              <a:t>: Containerizes the application into portable images.</a:t>
            </a:r>
          </a:p>
          <a:p>
            <a:r>
              <a:rPr sz="2400" dirty="0">
                <a:solidFill>
                  <a:schemeClr val="accent2"/>
                </a:solidFill>
              </a:rPr>
              <a:t>Kubernetes (EKS): </a:t>
            </a:r>
            <a:r>
              <a:rPr sz="2400" dirty="0"/>
              <a:t>Orchestrates containers and manages deployment and scaling.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14B17E-B638-4439-0AD8-3982B3E12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045" y="541905"/>
            <a:ext cx="5937755" cy="1188720"/>
          </a:xfrm>
        </p:spPr>
        <p:txBody>
          <a:bodyPr/>
          <a:lstStyle/>
          <a:p>
            <a:r>
              <a:rPr lang="en-US" dirty="0"/>
              <a:t>CI/CD Workflow</a:t>
            </a:r>
          </a:p>
        </p:txBody>
      </p:sp>
      <p:pic>
        <p:nvPicPr>
          <p:cNvPr id="9" name="Content Placeholder 8" descr="A cartoon of a person&#10;&#10;AI-generated content may be incorrect.">
            <a:extLst>
              <a:ext uri="{FF2B5EF4-FFF2-40B4-BE49-F238E27FC236}">
                <a16:creationId xmlns:a16="http://schemas.microsoft.com/office/drawing/2014/main" id="{35736053-87B9-E67A-8B0A-F799A1156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6550" y="2241755"/>
            <a:ext cx="5937250" cy="374609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152" y="555524"/>
            <a:ext cx="7704667" cy="1981200"/>
          </a:xfrm>
        </p:spPr>
        <p:txBody>
          <a:bodyPr/>
          <a:lstStyle/>
          <a:p>
            <a:r>
              <a:rPr dirty="0"/>
              <a:t>CI/CD Pipeline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9333" y="2431026"/>
            <a:ext cx="7704667" cy="3332816"/>
          </a:xfrm>
        </p:spPr>
        <p:txBody>
          <a:bodyPr>
            <a:normAutofit/>
          </a:bodyPr>
          <a:lstStyle/>
          <a:p>
            <a:r>
              <a:rPr sz="2400" dirty="0"/>
              <a:t>Clone code from GitHub</a:t>
            </a:r>
          </a:p>
          <a:p>
            <a:r>
              <a:rPr sz="2400" dirty="0"/>
              <a:t>Maven build (compile &amp; package)</a:t>
            </a:r>
          </a:p>
          <a:p>
            <a:r>
              <a:rPr sz="2400" dirty="0"/>
              <a:t>Docker image creation (</a:t>
            </a:r>
            <a:r>
              <a:rPr sz="2400" dirty="0" err="1"/>
              <a:t>Dockerfile</a:t>
            </a:r>
            <a:r>
              <a:rPr sz="2400" dirty="0"/>
              <a:t>)</a:t>
            </a:r>
          </a:p>
          <a:p>
            <a:r>
              <a:rPr sz="2400" dirty="0"/>
              <a:t> Push image to Amazon ECR</a:t>
            </a:r>
          </a:p>
          <a:p>
            <a:r>
              <a:rPr sz="2400" dirty="0"/>
              <a:t> Deploy/update application in EKS</a:t>
            </a:r>
          </a:p>
          <a:p>
            <a:r>
              <a:rPr sz="2400" dirty="0"/>
              <a:t>Expose service through Load Balancer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201562"/>
            <a:ext cx="7704667" cy="1981200"/>
          </a:xfrm>
        </p:spPr>
        <p:txBody>
          <a:bodyPr/>
          <a:lstStyle/>
          <a:p>
            <a:r>
              <a:t>Where This Project Is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214" y="1880418"/>
            <a:ext cx="7704667" cy="4549877"/>
          </a:xfrm>
        </p:spPr>
        <p:txBody>
          <a:bodyPr>
            <a:normAutofit/>
          </a:bodyPr>
          <a:lstStyle/>
          <a:p>
            <a:r>
              <a:rPr sz="2800" dirty="0"/>
              <a:t> Teams that release software frequently and need automation.</a:t>
            </a:r>
          </a:p>
          <a:p>
            <a:r>
              <a:rPr sz="2800" dirty="0"/>
              <a:t> Microservice-based applications running in containers.</a:t>
            </a:r>
          </a:p>
          <a:p>
            <a:r>
              <a:rPr sz="2800" dirty="0"/>
              <a:t>Cloud-native services in e-commerce, banking, healthcare, fintech, and SaaS.</a:t>
            </a:r>
          </a:p>
          <a:p>
            <a:r>
              <a:rPr sz="2800" dirty="0"/>
              <a:t>Environments that require scalable, zero-downtime deployments.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3000" b="1" dirty="0">
                <a:latin typeface="Agency FB" panose="020B0503020202020204" pitchFamily="34" charset="0"/>
              </a:rPr>
              <a:t>E-commerce website (e.g., Amazon/Flipkart): </a:t>
            </a:r>
            <a:r>
              <a:rPr sz="3200" dirty="0"/>
              <a:t>Developers push changes daily </a:t>
            </a:r>
            <a:r>
              <a:rPr sz="3200" dirty="0">
                <a:solidFill>
                  <a:schemeClr val="accent1"/>
                </a:solidFill>
              </a:rPr>
              <a:t>→</a:t>
            </a:r>
            <a:r>
              <a:rPr sz="3200" dirty="0"/>
              <a:t> Jenkins builds and creates Docker images</a:t>
            </a:r>
            <a:r>
              <a:rPr sz="3200" dirty="0">
                <a:solidFill>
                  <a:schemeClr val="accent1"/>
                </a:solidFill>
              </a:rPr>
              <a:t> → </a:t>
            </a:r>
            <a:r>
              <a:rPr sz="3200" dirty="0"/>
              <a:t>ECR stores images </a:t>
            </a:r>
            <a:r>
              <a:rPr sz="3200" dirty="0">
                <a:solidFill>
                  <a:schemeClr val="accent1"/>
                </a:solidFill>
              </a:rPr>
              <a:t>→</a:t>
            </a:r>
            <a:r>
              <a:rPr sz="3200" dirty="0"/>
              <a:t> EKS deploys new version using rolling updates</a:t>
            </a:r>
            <a:r>
              <a:rPr sz="3200" dirty="0">
                <a:solidFill>
                  <a:schemeClr val="accent1"/>
                </a:solidFill>
              </a:rPr>
              <a:t> → </a:t>
            </a:r>
            <a:r>
              <a:rPr sz="3200" dirty="0"/>
              <a:t>Customers experience no downtime while features are released continuously.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968910"/>
            <a:ext cx="7704667" cy="3332816"/>
          </a:xfrm>
        </p:spPr>
        <p:txBody>
          <a:bodyPr>
            <a:normAutofit lnSpcReduction="10000"/>
          </a:bodyPr>
          <a:lstStyle/>
          <a:p>
            <a:r>
              <a:rPr sz="2800" dirty="0"/>
              <a:t>Fully automated deployments and faster release cycles</a:t>
            </a:r>
          </a:p>
          <a:p>
            <a:r>
              <a:rPr sz="2800" dirty="0"/>
              <a:t>Scalable Kubernetes environment with Auto Scaling</a:t>
            </a:r>
          </a:p>
          <a:p>
            <a:r>
              <a:rPr sz="2800" dirty="0"/>
              <a:t>Zero-downtime releases via rolling updates</a:t>
            </a:r>
          </a:p>
          <a:p>
            <a:r>
              <a:rPr sz="2800" dirty="0"/>
              <a:t>Improved reliability and repeatability in deployments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10928"/>
          </a:xfrm>
        </p:spPr>
        <p:txBody>
          <a:bodyPr/>
          <a:lstStyle/>
          <a:p>
            <a:r>
              <a:rPr dirty="0"/>
              <a:t>Possible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0791" y="1789470"/>
            <a:ext cx="7704667" cy="44343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000" dirty="0"/>
              <a:t> </a:t>
            </a:r>
            <a:r>
              <a:rPr b="1" dirty="0"/>
              <a:t>Add Monitoring &amp; Alerts</a:t>
            </a:r>
            <a:r>
              <a:rPr lang="en-US" dirty="0"/>
              <a:t>:</a:t>
            </a:r>
            <a:endParaRPr dirty="0"/>
          </a:p>
          <a:p>
            <a:pPr marL="0" indent="0">
              <a:buNone/>
            </a:pPr>
            <a:r>
              <a:rPr dirty="0"/>
              <a:t>  Integrate tools like Prometheus, Grafana, or CloudWatch to track application and cluster health.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 </a:t>
            </a:r>
            <a:r>
              <a:rPr b="1" dirty="0"/>
              <a:t>Enable Auto-Rollback</a:t>
            </a:r>
            <a:r>
              <a:rPr lang="en-US" dirty="0"/>
              <a:t>:</a:t>
            </a:r>
            <a:endParaRPr dirty="0"/>
          </a:p>
          <a:p>
            <a:pPr marL="0" indent="0">
              <a:buNone/>
            </a:pPr>
            <a:r>
              <a:rPr dirty="0"/>
              <a:t>  Automatically revert to the previous stable version if a deployment fails.</a:t>
            </a:r>
          </a:p>
          <a:p>
            <a:pPr marL="0" indent="0">
              <a:buNone/>
            </a:pPr>
            <a:r>
              <a:rPr dirty="0"/>
              <a:t> </a:t>
            </a:r>
            <a:r>
              <a:rPr b="1" dirty="0"/>
              <a:t>Add Automated Testing</a:t>
            </a:r>
            <a:r>
              <a:rPr lang="en-US" b="1" dirty="0"/>
              <a:t>:</a:t>
            </a:r>
            <a:endParaRPr b="1" dirty="0"/>
          </a:p>
          <a:p>
            <a:pPr marL="0" indent="0">
              <a:buNone/>
            </a:pPr>
            <a:r>
              <a:rPr dirty="0"/>
              <a:t>  Include unit and integration tests in the pipeline to catch issues early.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578076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59077"/>
            <a:ext cx="7704667" cy="3332816"/>
          </a:xfrm>
        </p:spPr>
        <p:txBody>
          <a:bodyPr>
            <a:normAutofit/>
          </a:bodyPr>
          <a:lstStyle/>
          <a:p>
            <a:r>
              <a:rPr sz="2800" dirty="0"/>
              <a:t>This project demonstrates practical DevOps skills—CI/CD automation, containerization, and Kubernetes orchestration—delivering reliable, scalable deployments on AWS.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18</TotalTime>
  <Words>362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Agency FB</vt:lpstr>
      <vt:lpstr>Algerian</vt:lpstr>
      <vt:lpstr>Arial</vt:lpstr>
      <vt:lpstr>Arial Narrow</vt:lpstr>
      <vt:lpstr>Corbel</vt:lpstr>
      <vt:lpstr>Parallax</vt:lpstr>
      <vt:lpstr>End-to-End CI/CD Pipeline Using Jenkins, Docker, and AWS EKS</vt:lpstr>
      <vt:lpstr>Project Objective</vt:lpstr>
      <vt:lpstr>Tools &amp; Technologies Used</vt:lpstr>
      <vt:lpstr>CI/CD Workflow</vt:lpstr>
      <vt:lpstr>CI/CD Pipeline Steps</vt:lpstr>
      <vt:lpstr>Where This Project Is Used</vt:lpstr>
      <vt:lpstr>Real-World Example</vt:lpstr>
      <vt:lpstr>Advantages</vt:lpstr>
      <vt:lpstr>Possible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Star Lord</cp:lastModifiedBy>
  <cp:revision>4</cp:revision>
  <dcterms:created xsi:type="dcterms:W3CDTF">2013-01-27T09:14:16Z</dcterms:created>
  <dcterms:modified xsi:type="dcterms:W3CDTF">2025-11-23T11:53:56Z</dcterms:modified>
  <cp:category/>
</cp:coreProperties>
</file>