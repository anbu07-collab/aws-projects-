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3" r:id="rId1"/>
  </p:sldMasterIdLst>
  <p:sldIdLst>
    <p:sldId id="256" r:id="rId2"/>
    <p:sldId id="257" r:id="rId3"/>
    <p:sldId id="258" r:id="rId4"/>
    <p:sldId id="264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99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542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709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564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06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71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37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78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24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55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235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99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8487" y="1676400"/>
            <a:ext cx="6154713" cy="3124201"/>
          </a:xfrm>
        </p:spPr>
        <p:txBody>
          <a:bodyPr>
            <a:normAutofit fontScale="90000"/>
          </a:bodyPr>
          <a:lstStyle/>
          <a:p>
            <a:r>
              <a:rPr dirty="0"/>
              <a:t>AWS Cloud Notification System using SNS, IAM &amp; EC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9A6665-1F68-F3B1-CF2F-D777E2045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4196" y="1267619"/>
            <a:ext cx="333375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</a:t>
            </a:r>
            <a:r>
              <a:rPr lang="en-US" b="1" dirty="0"/>
              <a:t>roject Objective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227" y="2015733"/>
            <a:ext cx="7031608" cy="4188422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  <a:defRPr sz="1800"/>
            </a:pPr>
            <a:r>
              <a:rPr lang="en-US" sz="9600" dirty="0">
                <a:solidFill>
                  <a:schemeClr val="accent6"/>
                </a:solidFill>
              </a:rPr>
              <a:t>→</a:t>
            </a:r>
            <a:r>
              <a:rPr sz="9600" dirty="0"/>
              <a:t>This project demonstrates how to deploy a Node.js application on AWS with a notification system.</a:t>
            </a:r>
          </a:p>
          <a:p>
            <a:pPr marL="0" indent="0">
              <a:buNone/>
              <a:defRPr sz="1800"/>
            </a:pPr>
            <a:r>
              <a:rPr lang="en-US" sz="9600" dirty="0">
                <a:solidFill>
                  <a:schemeClr val="accent6"/>
                </a:solidFill>
              </a:rPr>
              <a:t>→</a:t>
            </a:r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sz="9600" dirty="0"/>
              <a:t>Integrates Amazon SNS (Simple Notification Service) for sending notifications.</a:t>
            </a:r>
          </a:p>
          <a:p>
            <a:pPr marL="0" indent="0">
              <a:buNone/>
              <a:defRPr sz="1800"/>
            </a:pPr>
            <a:r>
              <a:rPr lang="en-US" sz="9600" dirty="0">
                <a:solidFill>
                  <a:schemeClr val="accent6"/>
                </a:solidFill>
              </a:rPr>
              <a:t>→ </a:t>
            </a:r>
            <a:r>
              <a:rPr sz="9600" dirty="0"/>
              <a:t>U</a:t>
            </a:r>
            <a:r>
              <a:rPr lang="en-US" sz="9600" dirty="0"/>
              <a:t>s</a:t>
            </a:r>
            <a:r>
              <a:rPr sz="9600" dirty="0"/>
              <a:t>es IAM Roles for secure permission management.</a:t>
            </a:r>
          </a:p>
          <a:p>
            <a:pPr marL="0" indent="0">
              <a:buNone/>
              <a:defRPr sz="1800"/>
            </a:pPr>
            <a:r>
              <a:rPr sz="9600" dirty="0"/>
              <a:t>Runs the application on an EC2 Instance</a:t>
            </a:r>
            <a:r>
              <a:rPr sz="5600" dirty="0"/>
              <a:t>.</a:t>
            </a:r>
            <a:endParaRPr lang="en-US" sz="5600" dirty="0"/>
          </a:p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AWS Services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sz="2800" b="1" u="sng" dirty="0">
                <a:solidFill>
                  <a:schemeClr val="accent1"/>
                </a:solidFill>
              </a:rPr>
              <a:t>Service</a:t>
            </a:r>
            <a:r>
              <a:rPr lang="en-US" sz="2800" b="1" u="sng" dirty="0">
                <a:solidFill>
                  <a:schemeClr val="accent1"/>
                </a:solidFill>
              </a:rPr>
              <a:t> </a:t>
            </a:r>
            <a:r>
              <a:rPr sz="2800" b="1" u="sng" dirty="0">
                <a:solidFill>
                  <a:schemeClr val="accent1"/>
                </a:solidFill>
              </a:rPr>
              <a:t>Purpose</a:t>
            </a:r>
          </a:p>
          <a:p>
            <a:pPr marL="0" indent="0">
              <a:buNone/>
              <a:defRPr sz="1800"/>
            </a:pPr>
            <a:r>
              <a:rPr sz="2400" b="1" dirty="0"/>
              <a:t>Amazon EC2</a:t>
            </a:r>
            <a:r>
              <a:rPr lang="en-US" sz="2400" dirty="0"/>
              <a:t>: </a:t>
            </a:r>
            <a:r>
              <a:rPr sz="2400" dirty="0"/>
              <a:t>Host</a:t>
            </a:r>
            <a:r>
              <a:rPr lang="en-US" sz="2400" dirty="0"/>
              <a:t>s</a:t>
            </a:r>
            <a:r>
              <a:rPr sz="2400" dirty="0"/>
              <a:t> and runs the Node.js application</a:t>
            </a:r>
          </a:p>
          <a:p>
            <a:pPr marL="0" indent="0">
              <a:buNone/>
              <a:defRPr sz="1800"/>
            </a:pPr>
            <a:r>
              <a:rPr sz="2400" b="1" dirty="0"/>
              <a:t>AWS IAM</a:t>
            </a:r>
            <a:r>
              <a:rPr lang="en-US" sz="2400" dirty="0"/>
              <a:t>: </a:t>
            </a:r>
            <a:r>
              <a:rPr sz="2400" dirty="0"/>
              <a:t>Manages access permissions securely</a:t>
            </a:r>
          </a:p>
          <a:p>
            <a:pPr marL="0" indent="0">
              <a:buNone/>
              <a:defRPr sz="1800"/>
            </a:pPr>
            <a:r>
              <a:rPr sz="2400" b="1" dirty="0"/>
              <a:t>Amazon SNS</a:t>
            </a:r>
            <a:r>
              <a:rPr lang="en-US" sz="2400" dirty="0"/>
              <a:t>: </a:t>
            </a:r>
            <a:r>
              <a:rPr sz="2400" dirty="0"/>
              <a:t>Delivers notifications to subscribers (email/SMS)</a:t>
            </a:r>
          </a:p>
          <a:p>
            <a:pPr marL="0" indent="0">
              <a:buNone/>
              <a:defRPr sz="1800"/>
            </a:pPr>
            <a:r>
              <a:rPr sz="2400" b="1" dirty="0"/>
              <a:t>AWS SDK for Node.js</a:t>
            </a:r>
            <a:r>
              <a:rPr lang="en-US" sz="2400" b="1" dirty="0"/>
              <a:t>: </a:t>
            </a:r>
            <a:r>
              <a:rPr sz="2400" dirty="0"/>
              <a:t>Connects the app with AWS services programmatically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4C376-A739-A8A2-D025-FA1B3E9DF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4" y="197978"/>
            <a:ext cx="7886700" cy="873738"/>
          </a:xfrm>
        </p:spPr>
        <p:txBody>
          <a:bodyPr>
            <a:normAutofit/>
          </a:bodyPr>
          <a:lstStyle/>
          <a:p>
            <a:r>
              <a:rPr lang="en-US" dirty="0"/>
              <a:t> Flow Chart: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A7110-000C-8780-63B5-B047043E3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140" y="1973109"/>
            <a:ext cx="78867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0000"/>
                </a:solidFill>
              </a:rPr>
              <a:t>       </a:t>
            </a:r>
            <a:r>
              <a:rPr lang="en-US" sz="2000" b="1" dirty="0">
                <a:solidFill>
                  <a:srgbClr val="C00000"/>
                </a:solidFill>
              </a:rPr>
              <a:t>User / Event Source</a:t>
            </a: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dirty="0">
                <a:solidFill>
                  <a:srgbClr val="C00000"/>
                </a:solidFill>
              </a:rPr>
              <a:t>⬇️  </a:t>
            </a:r>
          </a:p>
          <a:p>
            <a:pPr marL="0" indent="0" algn="ctr">
              <a:buNone/>
            </a:pP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b="1" dirty="0">
                <a:solidFill>
                  <a:srgbClr val="C00000"/>
                </a:solidFill>
              </a:rPr>
              <a:t> Node.js App (on EC2 Instance)</a:t>
            </a: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dirty="0">
                <a:solidFill>
                  <a:srgbClr val="C00000"/>
                </a:solidFill>
              </a:rPr>
              <a:t> ⬇️</a:t>
            </a:r>
          </a:p>
          <a:p>
            <a:pPr marL="0" indent="0" algn="ctr">
              <a:buNone/>
            </a:pP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b="1" dirty="0">
                <a:solidFill>
                  <a:srgbClr val="C00000"/>
                </a:solidFill>
              </a:rPr>
              <a:t> IAM Role (Attached to EC2)</a:t>
            </a:r>
            <a:endParaRPr lang="en-US" sz="2000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rgbClr val="C00000"/>
                </a:solidFill>
              </a:rPr>
              <a:t>⬇️</a:t>
            </a:r>
          </a:p>
          <a:p>
            <a:pPr marL="0" indent="0" algn="ctr">
              <a:buNone/>
            </a:pP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b="1" dirty="0">
                <a:solidFill>
                  <a:srgbClr val="C00000"/>
                </a:solidFill>
              </a:rPr>
              <a:t> Amazon SNS (Topic)</a:t>
            </a: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dirty="0">
                <a:solidFill>
                  <a:srgbClr val="C00000"/>
                </a:solidFill>
              </a:rPr>
              <a:t>⬇️</a:t>
            </a:r>
          </a:p>
          <a:p>
            <a:pPr marL="0" indent="0" algn="ctr">
              <a:buNone/>
            </a:pPr>
            <a:br>
              <a:rPr lang="en-US" sz="2000" dirty="0">
                <a:solidFill>
                  <a:srgbClr val="C00000"/>
                </a:solidFill>
              </a:rPr>
            </a:br>
            <a:r>
              <a:rPr lang="en-US" sz="2000" b="1" dirty="0">
                <a:solidFill>
                  <a:srgbClr val="C00000"/>
                </a:solidFill>
              </a:rPr>
              <a:t> Subscribers (Email / SMS)</a:t>
            </a:r>
            <a:endParaRPr lang="en-US" sz="2000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188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sz="2400" b="1" dirty="0"/>
              <a:t>Step 1: </a:t>
            </a:r>
            <a:r>
              <a:rPr sz="2400" dirty="0"/>
              <a:t>Create SNS Topic and add subscriptions.</a:t>
            </a:r>
          </a:p>
          <a:p>
            <a:pPr marL="0" indent="0">
              <a:buNone/>
              <a:defRPr sz="1800"/>
            </a:pPr>
            <a:r>
              <a:rPr sz="2400" b="1" dirty="0"/>
              <a:t>Step 2: </a:t>
            </a:r>
            <a:r>
              <a:rPr sz="2400" dirty="0"/>
              <a:t>Create IAM Role with </a:t>
            </a:r>
            <a:r>
              <a:rPr sz="2400" dirty="0" err="1"/>
              <a:t>AmazonSNSFullAccess</a:t>
            </a:r>
            <a:r>
              <a:rPr sz="2400" dirty="0"/>
              <a:t>.</a:t>
            </a:r>
          </a:p>
          <a:p>
            <a:pPr marL="0" indent="0">
              <a:buNone/>
              <a:defRPr sz="1800"/>
            </a:pPr>
            <a:r>
              <a:rPr sz="2400" b="1" dirty="0"/>
              <a:t>Step 3: </a:t>
            </a:r>
            <a:r>
              <a:rPr sz="2400" dirty="0"/>
              <a:t>Launch EC2 instance and attach IAM role.</a:t>
            </a:r>
          </a:p>
          <a:p>
            <a:pPr marL="0" indent="0">
              <a:buNone/>
              <a:defRPr sz="1800"/>
            </a:pPr>
            <a:r>
              <a:rPr sz="2400" b="1" dirty="0"/>
              <a:t>Step 4: </a:t>
            </a:r>
            <a:r>
              <a:rPr sz="2400" dirty="0"/>
              <a:t>Install Node.js and AWS SDK on EC2.</a:t>
            </a:r>
          </a:p>
          <a:p>
            <a:pPr marL="0" indent="0">
              <a:buNone/>
              <a:defRPr sz="1800"/>
            </a:pPr>
            <a:r>
              <a:rPr sz="2400" b="1" dirty="0"/>
              <a:t>Step 5: </a:t>
            </a:r>
            <a:r>
              <a:rPr sz="2400" dirty="0"/>
              <a:t>Develop Node.js app that sends notifications using SNS.</a:t>
            </a:r>
          </a:p>
          <a:p>
            <a:pPr marL="0" indent="0">
              <a:buNone/>
              <a:defRPr sz="1800"/>
            </a:pPr>
            <a:r>
              <a:rPr sz="2400" b="1" dirty="0"/>
              <a:t>Step 6: </a:t>
            </a:r>
            <a:r>
              <a:rPr sz="2400" dirty="0"/>
              <a:t>Test the setup by publishing a test message.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sz="2400" dirty="0"/>
              <a:t>✅ Real-time notifications across multiple channels (email, SMS).</a:t>
            </a:r>
          </a:p>
          <a:p>
            <a:pPr marL="0" indent="0">
              <a:buNone/>
              <a:defRPr sz="1800"/>
            </a:pPr>
            <a:r>
              <a:rPr sz="2400" dirty="0"/>
              <a:t>✅ Secure communication via IAM roles.</a:t>
            </a:r>
          </a:p>
          <a:p>
            <a:pPr marL="0" indent="0">
              <a:buNone/>
              <a:defRPr sz="1800"/>
            </a:pPr>
            <a:r>
              <a:rPr sz="2400" dirty="0"/>
              <a:t>✅ Highly scalable and reliable.</a:t>
            </a:r>
          </a:p>
          <a:p>
            <a:pPr marL="0" indent="0">
              <a:buNone/>
              <a:defRPr sz="1800"/>
            </a:pPr>
            <a:r>
              <a:rPr sz="2400" dirty="0"/>
              <a:t>✅ Simple integration with Node.js and AWS SDK.</a:t>
            </a:r>
          </a:p>
          <a:p>
            <a:pPr marL="0" indent="0">
              <a:buNone/>
              <a:defRPr sz="1800"/>
            </a:pPr>
            <a:r>
              <a:rPr sz="2400" dirty="0"/>
              <a:t>✅ Cost-effective pay-as-you-go model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8C478-23A7-45AA-B577-D607215ED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Disadvantages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7D281-37B0-633A-DEE4-DE06B4946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⚠️ </a:t>
            </a:r>
            <a:r>
              <a:rPr lang="en-US" sz="2200" b="1" dirty="0"/>
              <a:t>Limited message size:</a:t>
            </a:r>
            <a:r>
              <a:rPr lang="en-US" sz="2200" dirty="0"/>
              <a:t> SNS supports a maximum message size of 256 KB only.</a:t>
            </a:r>
          </a:p>
          <a:p>
            <a:pPr marL="0" indent="0">
              <a:buNone/>
            </a:pPr>
            <a:r>
              <a:rPr lang="en-US" sz="2200" dirty="0"/>
              <a:t>⚠️ </a:t>
            </a:r>
            <a:r>
              <a:rPr lang="en-US" sz="2200" b="1" dirty="0"/>
              <a:t>No message persistence:</a:t>
            </a:r>
            <a:r>
              <a:rPr lang="en-US" sz="2200" dirty="0"/>
              <a:t> Once delivered, messages aren’t stored (unlike SQS).</a:t>
            </a:r>
          </a:p>
          <a:p>
            <a:pPr marL="0" indent="0">
              <a:buNone/>
            </a:pPr>
            <a:r>
              <a:rPr lang="en-US" sz="2200" dirty="0"/>
              <a:t>⚠️ </a:t>
            </a:r>
            <a:r>
              <a:rPr lang="en-US" sz="2200" b="1" dirty="0"/>
              <a:t>Complex error tracking:</a:t>
            </a:r>
            <a:r>
              <a:rPr lang="en-US" sz="2200" dirty="0"/>
              <a:t> Troubleshooting failed notifications can be difficult.</a:t>
            </a:r>
          </a:p>
          <a:p>
            <a:pPr marL="0" indent="0">
              <a:buNone/>
            </a:pPr>
            <a:r>
              <a:rPr lang="en-US" sz="2200" dirty="0"/>
              <a:t>⚠️ </a:t>
            </a:r>
            <a:r>
              <a:rPr lang="en-US" sz="2200" b="1" dirty="0"/>
              <a:t>Limited retry configuration:</a:t>
            </a:r>
            <a:r>
              <a:rPr lang="en-US" sz="2200" dirty="0"/>
              <a:t> Message delivery retries are fixed and not highly customizable.</a:t>
            </a:r>
          </a:p>
          <a:p>
            <a:pPr marL="0" indent="0">
              <a:buNone/>
            </a:pPr>
            <a:r>
              <a:rPr lang="en-US" sz="2200" dirty="0"/>
              <a:t>⚠️ </a:t>
            </a:r>
            <a:r>
              <a:rPr lang="en-US" sz="2200" b="1" dirty="0"/>
              <a:t>Dependent on subscriber availability:</a:t>
            </a:r>
            <a:r>
              <a:rPr lang="en-US" sz="2200" dirty="0"/>
              <a:t> If the endpoint (email/SMS) is unavailable, the message may be lost.</a:t>
            </a:r>
          </a:p>
          <a:p>
            <a:pPr marL="0" indent="0">
              <a:buNone/>
            </a:pPr>
            <a:r>
              <a:rPr lang="en-US" sz="2200" dirty="0"/>
              <a:t>⚠️ </a:t>
            </a:r>
            <a:r>
              <a:rPr lang="en-US" sz="2200" b="1" dirty="0"/>
              <a:t>Region-specific:</a:t>
            </a:r>
            <a:r>
              <a:rPr lang="en-US" sz="2200" dirty="0"/>
              <a:t> SNS topics and subscriptions are region-bound — cross-region setup requires extra configuration.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605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Demonstrated a real-time notification system using AWS SNS, IAM, and EC2.</a:t>
            </a:r>
          </a:p>
          <a:p>
            <a:pPr>
              <a:defRPr sz="1800"/>
            </a:pPr>
            <a:r>
              <a:rPr sz="2400" dirty="0"/>
              <a:t>Ensured secure and scalable message delivery from a Node.js application.</a:t>
            </a:r>
          </a:p>
          <a:p>
            <a:pPr>
              <a:defRPr sz="1800"/>
            </a:pPr>
            <a:r>
              <a:rPr sz="2400" dirty="0"/>
              <a:t>Successfully automated notifications for better system communication.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86</TotalTime>
  <Words>414</Words>
  <Application>Microsoft Office PowerPoint</Application>
  <PresentationFormat>On-screen Show (4:3)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2013 - 2022 Theme</vt:lpstr>
      <vt:lpstr>AWS Cloud Notification System using SNS, IAM &amp; EC2</vt:lpstr>
      <vt:lpstr>Project Objective</vt:lpstr>
      <vt:lpstr>AWS Services Used</vt:lpstr>
      <vt:lpstr> Flow Chart: </vt:lpstr>
      <vt:lpstr>Implementation Steps</vt:lpstr>
      <vt:lpstr>Advantages</vt:lpstr>
      <vt:lpstr>Disadvantages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Star Lord</cp:lastModifiedBy>
  <cp:revision>7</cp:revision>
  <dcterms:created xsi:type="dcterms:W3CDTF">2013-01-27T09:14:16Z</dcterms:created>
  <dcterms:modified xsi:type="dcterms:W3CDTF">2025-10-11T05:53:14Z</dcterms:modified>
  <cp:category/>
</cp:coreProperties>
</file>