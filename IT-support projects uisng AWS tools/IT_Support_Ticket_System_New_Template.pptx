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Serverless IT Support Ticketing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Lambda • API Gateway • DynamoDB • SNS • S3 • CloudWatch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a fully serverless IT support ticket system.</a:t>
            </a:r>
          </a:p>
          <a:p>
            <a:r>
              <a:t>- Users submit issues through a simple web interface.</a:t>
            </a:r>
          </a:p>
          <a:p>
            <a:r>
              <a:t>- Backend automatically stores tickets and sends notifications.</a:t>
            </a:r>
          </a:p>
          <a:p>
            <a:r>
              <a:t>- Reduce manual tracking and speed up IT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88A017-B692-E163-AF01-B0AC17514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9" name="Content Placeholder 8" descr="A diagram of a support system&#10;&#10;AI-generated content may be incorrect.">
            <a:extLst>
              <a:ext uri="{FF2B5EF4-FFF2-40B4-BE49-F238E27FC236}">
                <a16:creationId xmlns:a16="http://schemas.microsoft.com/office/drawing/2014/main" id="{5D57CAB2-E9C0-138C-4A8F-A26D6F03F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71" y="849086"/>
            <a:ext cx="8474529" cy="5277077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- Amazon S3: Hosts the frontend web form.</a:t>
            </a:r>
          </a:p>
          <a:p>
            <a:r>
              <a:t>- API Gateway: Connects UI to backend API securely.</a:t>
            </a:r>
          </a:p>
          <a:p>
            <a:r>
              <a:t>- AWS Lambda: Processes requests and creates tickets.</a:t>
            </a:r>
          </a:p>
          <a:p>
            <a:r>
              <a:t>- DynamoDB: Stores ticket details.</a:t>
            </a:r>
          </a:p>
          <a:p>
            <a:r>
              <a:t>- SNS: Sends email notifications for new tickets.</a:t>
            </a:r>
          </a:p>
          <a:p>
            <a:r>
              <a:t>- CloudWatch: Logs and monitors Lambda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Automates helpdesk ticket creation.</a:t>
            </a:r>
          </a:p>
          <a:p>
            <a:r>
              <a:t>- Ensures instant IT team notification.</a:t>
            </a:r>
          </a:p>
          <a:p>
            <a:r>
              <a:t>- Useful for organizations, colleges, startups.</a:t>
            </a:r>
          </a:p>
          <a:p>
            <a:r>
              <a:t>- Tracks issues like login failures, system errors, access requests.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CORS (Cross-Origin Resource Sharing)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Required when frontend and API are on different domains.</a:t>
            </a:r>
          </a:p>
          <a:p>
            <a:r>
              <a:t>- Browser blocks API calls without CORS.</a:t>
            </a:r>
          </a:p>
          <a:p>
            <a:r>
              <a:t>- API Gateway must allow the web page to call it.</a:t>
            </a:r>
          </a:p>
          <a:p>
            <a:r>
              <a:t>- Enables safe interaction between S3 webpage and API.</a:t>
            </a:r>
          </a:p>
          <a:p>
            <a:r>
              <a:t>- Fixes 'Network error: Failed to fetch'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submits a ticket on the S3 hosted webpage.</a:t>
            </a:r>
          </a:p>
          <a:p>
            <a:r>
              <a:t>2. API Gateway receives the request.</a:t>
            </a:r>
          </a:p>
          <a:p>
            <a:r>
              <a:t>3. Lambda processes data and generates a unique ticket ID.</a:t>
            </a:r>
          </a:p>
          <a:p>
            <a:r>
              <a:t>4. DynamoDB stores ticket details.</a:t>
            </a:r>
          </a:p>
          <a:p>
            <a:r>
              <a:t>5. Lambda triggers SNS.</a:t>
            </a:r>
          </a:p>
          <a:p>
            <a:r>
              <a:t>6. SNS sends email notification to IT staff.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1. Create DynamoDB table (ticketId as primary key).</a:t>
            </a:r>
          </a:p>
          <a:p>
            <a:r>
              <a:t>2. Create SNS topic + email subscription.</a:t>
            </a:r>
          </a:p>
          <a:p>
            <a:r>
              <a:t>3. Develop Lambda function for ticket creation.</a:t>
            </a:r>
          </a:p>
          <a:p>
            <a:r>
              <a:t>4. Configure API Gateway POST method.</a:t>
            </a:r>
          </a:p>
          <a:p>
            <a:r>
              <a:t>5. Enable CORS on API.</a:t>
            </a:r>
          </a:p>
          <a:p>
            <a:r>
              <a:t>6. Build &amp; upload S3 HTML form.</a:t>
            </a:r>
          </a:p>
          <a:p>
            <a:r>
              <a:t>7. Test end-to-end and verify notifications.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Fully serverless, low-cost system.</a:t>
            </a:r>
          </a:p>
          <a:p>
            <a:r>
              <a:t>- Scales automatically with usage.</a:t>
            </a:r>
          </a:p>
          <a:p>
            <a:r>
              <a:t>- Instant ticket notifications.</a:t>
            </a:r>
          </a:p>
          <a:p>
            <a:r>
              <a:t>- No server maintenance.</a:t>
            </a:r>
          </a:p>
          <a:p>
            <a:r>
              <a:t>- Easy to integrate with dashboards or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Serverless IT Ticketing System automates IT support workflows using AWS.</a:t>
            </a:r>
          </a:p>
          <a:p>
            <a:r>
              <a:t>It provides fast notifications, reliable data storage, and zero-maintenance operations.</a:t>
            </a:r>
          </a:p>
          <a:p>
            <a:r>
              <a:t>Ideal for showcasing cloud and serverless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404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Serverless IT Support Ticketing System</vt:lpstr>
      <vt:lpstr>Project Objective</vt:lpstr>
      <vt:lpstr> </vt:lpstr>
      <vt:lpstr>AWS Services Used</vt:lpstr>
      <vt:lpstr>Purpose &amp; Use Cases</vt:lpstr>
      <vt:lpstr>CORS (Cross-Origin Resource Sharing)</vt:lpstr>
      <vt:lpstr>System Workflow</vt:lpstr>
      <vt:lpstr>Implementation Steps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Star Lord</cp:lastModifiedBy>
  <cp:revision>2</cp:revision>
  <dcterms:created xsi:type="dcterms:W3CDTF">2013-01-27T09:14:16Z</dcterms:created>
  <dcterms:modified xsi:type="dcterms:W3CDTF">2025-11-23T07:43:26Z</dcterms:modified>
  <cp:category/>
</cp:coreProperties>
</file>